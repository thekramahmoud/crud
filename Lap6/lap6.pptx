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</p:sldIdLst>
  <p:sldSz cx="8120063" cy="10826750" type="B4ISO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7942"/>
    <a:srgbClr val="FBF9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58AF5D-224B-7E48-BFDE-6504C5F7EE22}" v="159" dt="2026-09-09T19:50:39.9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69"/>
    <p:restoredTop sz="94668"/>
  </p:normalViewPr>
  <p:slideViewPr>
    <p:cSldViewPr snapToGrid="0">
      <p:cViewPr>
        <p:scale>
          <a:sx n="59" d="100"/>
          <a:sy n="59" d="100"/>
        </p:scale>
        <p:origin x="2344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ham Hazmi" userId="5d4c0701-4cac-4bae-8a91-cc1d4d6dbbab" providerId="ADAL" clId="{4A2B8242-A1F7-500B-B598-EBBA22F6043E}"/>
    <pc:docChg chg="undo redo custSel modSld">
      <pc:chgData name="Elham Hazmi" userId="5d4c0701-4cac-4bae-8a91-cc1d4d6dbbab" providerId="ADAL" clId="{4A2B8242-A1F7-500B-B598-EBBA22F6043E}" dt="2026-09-09T19:50:39.927" v="236" actId="14100"/>
      <pc:docMkLst>
        <pc:docMk/>
      </pc:docMkLst>
      <pc:sldChg chg="addSp modSp">
        <pc:chgData name="Elham Hazmi" userId="5d4c0701-4cac-4bae-8a91-cc1d4d6dbbab" providerId="ADAL" clId="{4A2B8242-A1F7-500B-B598-EBBA22F6043E}" dt="2026-09-09T19:50:39.927" v="236" actId="14100"/>
        <pc:sldMkLst>
          <pc:docMk/>
          <pc:sldMk cId="2822405469" sldId="256"/>
        </pc:sldMkLst>
        <pc:spChg chg="mod">
          <ac:chgData name="Elham Hazmi" userId="5d4c0701-4cac-4bae-8a91-cc1d4d6dbbab" providerId="ADAL" clId="{4A2B8242-A1F7-500B-B598-EBBA22F6043E}" dt="2026-09-09T19:49:35.197" v="226" actId="1076"/>
          <ac:spMkLst>
            <pc:docMk/>
            <pc:sldMk cId="2822405469" sldId="256"/>
            <ac:spMk id="5" creationId="{6AA2524C-295D-79CA-7BA7-2D2D9AD6A43C}"/>
          </ac:spMkLst>
        </pc:spChg>
        <pc:picChg chg="add mod">
          <ac:chgData name="Elham Hazmi" userId="5d4c0701-4cac-4bae-8a91-cc1d4d6dbbab" providerId="ADAL" clId="{4A2B8242-A1F7-500B-B598-EBBA22F6043E}" dt="2026-09-09T19:50:37.144" v="235" actId="1076"/>
          <ac:picMkLst>
            <pc:docMk/>
            <pc:sldMk cId="2822405469" sldId="256"/>
            <ac:picMk id="4098" creationId="{9DECC789-4E17-2BF0-7D30-A20DD73E6BAE}"/>
          </ac:picMkLst>
        </pc:picChg>
        <pc:picChg chg="add mod">
          <ac:chgData name="Elham Hazmi" userId="5d4c0701-4cac-4bae-8a91-cc1d4d6dbbab" providerId="ADAL" clId="{4A2B8242-A1F7-500B-B598-EBBA22F6043E}" dt="2026-09-09T19:49:35.197" v="226" actId="1076"/>
          <ac:picMkLst>
            <pc:docMk/>
            <pc:sldMk cId="2822405469" sldId="256"/>
            <ac:picMk id="4100" creationId="{931EBBF2-DFAD-A2D5-6D13-07EE33025CAF}"/>
          </ac:picMkLst>
        </pc:picChg>
        <pc:picChg chg="add mod">
          <ac:chgData name="Elham Hazmi" userId="5d4c0701-4cac-4bae-8a91-cc1d4d6dbbab" providerId="ADAL" clId="{4A2B8242-A1F7-500B-B598-EBBA22F6043E}" dt="2026-09-09T19:50:39.927" v="236" actId="14100"/>
          <ac:picMkLst>
            <pc:docMk/>
            <pc:sldMk cId="2822405469" sldId="256"/>
            <ac:picMk id="4102" creationId="{88E6F6CA-8B1C-BEB0-E3AE-0771ED84D4E4}"/>
          </ac:picMkLst>
        </pc:picChg>
        <pc:cxnChg chg="add mod">
          <ac:chgData name="Elham Hazmi" userId="5d4c0701-4cac-4bae-8a91-cc1d4d6dbbab" providerId="ADAL" clId="{4A2B8242-A1F7-500B-B598-EBBA22F6043E}" dt="2026-09-09T19:47:06.250" v="203"/>
          <ac:cxnSpMkLst>
            <pc:docMk/>
            <pc:sldMk cId="2822405469" sldId="256"/>
            <ac:cxnSpMk id="6" creationId="{C2E4C181-25D4-9662-5702-A357F59CF273}"/>
          </ac:cxnSpMkLst>
        </pc:cxnChg>
      </pc:sldChg>
      <pc:sldChg chg="addSp delSp modSp mod">
        <pc:chgData name="Elham Hazmi" userId="5d4c0701-4cac-4bae-8a91-cc1d4d6dbbab" providerId="ADAL" clId="{4A2B8242-A1F7-500B-B598-EBBA22F6043E}" dt="2026-09-09T19:45:36.950" v="202" actId="1076"/>
        <pc:sldMkLst>
          <pc:docMk/>
          <pc:sldMk cId="2567445550" sldId="258"/>
        </pc:sldMkLst>
        <pc:spChg chg="mod">
          <ac:chgData name="Elham Hazmi" userId="5d4c0701-4cac-4bae-8a91-cc1d4d6dbbab" providerId="ADAL" clId="{4A2B8242-A1F7-500B-B598-EBBA22F6043E}" dt="2026-09-09T19:45:33.790" v="201" actId="20577"/>
          <ac:spMkLst>
            <pc:docMk/>
            <pc:sldMk cId="2567445550" sldId="258"/>
            <ac:spMk id="13" creationId="{90BC1BBA-0818-1633-8E12-6F2B3938E568}"/>
          </ac:spMkLst>
        </pc:spChg>
        <pc:cxnChg chg="add mod">
          <ac:chgData name="Elham Hazmi" userId="5d4c0701-4cac-4bae-8a91-cc1d4d6dbbab" providerId="ADAL" clId="{4A2B8242-A1F7-500B-B598-EBBA22F6043E}" dt="2026-09-09T19:44:14.384" v="181" actId="11529"/>
          <ac:cxnSpMkLst>
            <pc:docMk/>
            <pc:sldMk cId="2567445550" sldId="258"/>
            <ac:cxnSpMk id="21" creationId="{FA0B7A22-9819-CC1D-20A0-1CD3EA7D39A8}"/>
          </ac:cxnSpMkLst>
        </pc:cxnChg>
        <pc:cxnChg chg="add del mod">
          <ac:chgData name="Elham Hazmi" userId="5d4c0701-4cac-4bae-8a91-cc1d4d6dbbab" providerId="ADAL" clId="{4A2B8242-A1F7-500B-B598-EBBA22F6043E}" dt="2026-09-09T19:44:47.378" v="191" actId="208"/>
          <ac:cxnSpMkLst>
            <pc:docMk/>
            <pc:sldMk cId="2567445550" sldId="258"/>
            <ac:cxnSpMk id="23" creationId="{D07AE5B1-96E2-F94E-C04C-DBC89B98FB4A}"/>
          </ac:cxnSpMkLst>
        </pc:cxnChg>
        <pc:cxnChg chg="add mod">
          <ac:chgData name="Elham Hazmi" userId="5d4c0701-4cac-4bae-8a91-cc1d4d6dbbab" providerId="ADAL" clId="{4A2B8242-A1F7-500B-B598-EBBA22F6043E}" dt="2026-09-09T19:45:36.950" v="202" actId="1076"/>
          <ac:cxnSpMkLst>
            <pc:docMk/>
            <pc:sldMk cId="2567445550" sldId="258"/>
            <ac:cxnSpMk id="24" creationId="{50A4DC3F-1F0A-29A5-2851-23EA29D7FD4F}"/>
          </ac:cxnSpMkLst>
        </pc:cxnChg>
      </pc:sldChg>
      <pc:sldChg chg="modSp mod">
        <pc:chgData name="Elham Hazmi" userId="5d4c0701-4cac-4bae-8a91-cc1d4d6dbbab" providerId="ADAL" clId="{4A2B8242-A1F7-500B-B598-EBBA22F6043E}" dt="2026-09-09T19:32:22.914" v="86" actId="1076"/>
        <pc:sldMkLst>
          <pc:docMk/>
          <pc:sldMk cId="1823058476" sldId="261"/>
        </pc:sldMkLst>
        <pc:spChg chg="mod">
          <ac:chgData name="Elham Hazmi" userId="5d4c0701-4cac-4bae-8a91-cc1d4d6dbbab" providerId="ADAL" clId="{4A2B8242-A1F7-500B-B598-EBBA22F6043E}" dt="2026-09-09T19:28:22.413" v="66" actId="1076"/>
          <ac:spMkLst>
            <pc:docMk/>
            <pc:sldMk cId="1823058476" sldId="261"/>
            <ac:spMk id="3" creationId="{DF36D2B5-7CFD-A972-C235-2B4475186D44}"/>
          </ac:spMkLst>
        </pc:spChg>
        <pc:graphicFrameChg chg="mod modGraphic">
          <ac:chgData name="Elham Hazmi" userId="5d4c0701-4cac-4bae-8a91-cc1d4d6dbbab" providerId="ADAL" clId="{4A2B8242-A1F7-500B-B598-EBBA22F6043E}" dt="2026-09-09T19:32:17.930" v="85" actId="113"/>
          <ac:graphicFrameMkLst>
            <pc:docMk/>
            <pc:sldMk cId="1823058476" sldId="261"/>
            <ac:graphicFrameMk id="7" creationId="{20311AE4-E8F2-CFAE-8802-6C0294F6848A}"/>
          </ac:graphicFrameMkLst>
        </pc:graphicFrameChg>
        <pc:picChg chg="mod">
          <ac:chgData name="Elham Hazmi" userId="5d4c0701-4cac-4bae-8a91-cc1d4d6dbbab" providerId="ADAL" clId="{4A2B8242-A1F7-500B-B598-EBBA22F6043E}" dt="2026-09-09T19:32:22.914" v="86" actId="1076"/>
          <ac:picMkLst>
            <pc:docMk/>
            <pc:sldMk cId="1823058476" sldId="261"/>
            <ac:picMk id="8" creationId="{132A08F4-0254-12F7-462B-5C1AEE7C3D6A}"/>
          </ac:picMkLst>
        </pc:picChg>
      </pc:sldChg>
      <pc:sldChg chg="modSp mod">
        <pc:chgData name="Elham Hazmi" userId="5d4c0701-4cac-4bae-8a91-cc1d4d6dbbab" providerId="ADAL" clId="{4A2B8242-A1F7-500B-B598-EBBA22F6043E}" dt="2026-09-09T19:37:41.023" v="135" actId="113"/>
        <pc:sldMkLst>
          <pc:docMk/>
          <pc:sldMk cId="2068062861" sldId="262"/>
        </pc:sldMkLst>
        <pc:graphicFrameChg chg="mod modGraphic">
          <ac:chgData name="Elham Hazmi" userId="5d4c0701-4cac-4bae-8a91-cc1d4d6dbbab" providerId="ADAL" clId="{4A2B8242-A1F7-500B-B598-EBBA22F6043E}" dt="2026-09-09T19:37:41.023" v="135" actId="113"/>
          <ac:graphicFrameMkLst>
            <pc:docMk/>
            <pc:sldMk cId="2068062861" sldId="262"/>
            <ac:graphicFrameMk id="7" creationId="{32BF15B1-90E9-FD5B-CD11-A50D64B6C566}"/>
          </ac:graphicFrameMkLst>
        </pc:graphicFrameChg>
        <pc:picChg chg="mod">
          <ac:chgData name="Elham Hazmi" userId="5d4c0701-4cac-4bae-8a91-cc1d4d6dbbab" providerId="ADAL" clId="{4A2B8242-A1F7-500B-B598-EBBA22F6043E}" dt="2026-09-09T19:34:54.693" v="102" actId="1076"/>
          <ac:picMkLst>
            <pc:docMk/>
            <pc:sldMk cId="2068062861" sldId="262"/>
            <ac:picMk id="2" creationId="{EE659C01-B87C-78AE-ED0F-9EB9CBA59FAE}"/>
          </ac:picMkLst>
        </pc:picChg>
      </pc:sldChg>
      <pc:sldChg chg="modSp mod">
        <pc:chgData name="Elham Hazmi" userId="5d4c0701-4cac-4bae-8a91-cc1d4d6dbbab" providerId="ADAL" clId="{4A2B8242-A1F7-500B-B598-EBBA22F6043E}" dt="2026-09-09T19:40:01.518" v="161" actId="14100"/>
        <pc:sldMkLst>
          <pc:docMk/>
          <pc:sldMk cId="3619579546" sldId="263"/>
        </pc:sldMkLst>
        <pc:graphicFrameChg chg="mod modGraphic">
          <ac:chgData name="Elham Hazmi" userId="5d4c0701-4cac-4bae-8a91-cc1d4d6dbbab" providerId="ADAL" clId="{4A2B8242-A1F7-500B-B598-EBBA22F6043E}" dt="2026-09-09T19:39:50.786" v="151" actId="1076"/>
          <ac:graphicFrameMkLst>
            <pc:docMk/>
            <pc:sldMk cId="3619579546" sldId="263"/>
            <ac:graphicFrameMk id="7" creationId="{CBA7F0AE-6C96-D4B6-8A08-3DA1387ABB1C}"/>
          </ac:graphicFrameMkLst>
        </pc:graphicFrameChg>
        <pc:picChg chg="mod">
          <ac:chgData name="Elham Hazmi" userId="5d4c0701-4cac-4bae-8a91-cc1d4d6dbbab" providerId="ADAL" clId="{4A2B8242-A1F7-500B-B598-EBBA22F6043E}" dt="2026-09-09T19:40:01.518" v="161" actId="14100"/>
          <ac:picMkLst>
            <pc:docMk/>
            <pc:sldMk cId="3619579546" sldId="263"/>
            <ac:picMk id="8" creationId="{9727F148-23F2-2B33-A660-9701E3AC7D92}"/>
          </ac:picMkLst>
        </pc:picChg>
      </pc:sldChg>
      <pc:sldChg chg="modSp mod">
        <pc:chgData name="Elham Hazmi" userId="5d4c0701-4cac-4bae-8a91-cc1d4d6dbbab" providerId="ADAL" clId="{4A2B8242-A1F7-500B-B598-EBBA22F6043E}" dt="2026-09-09T19:43:11.361" v="176" actId="1076"/>
        <pc:sldMkLst>
          <pc:docMk/>
          <pc:sldMk cId="2445085089" sldId="264"/>
        </pc:sldMkLst>
        <pc:graphicFrameChg chg="mod modGraphic">
          <ac:chgData name="Elham Hazmi" userId="5d4c0701-4cac-4bae-8a91-cc1d4d6dbbab" providerId="ADAL" clId="{4A2B8242-A1F7-500B-B598-EBBA22F6043E}" dt="2026-09-09T19:43:11.361" v="176" actId="1076"/>
          <ac:graphicFrameMkLst>
            <pc:docMk/>
            <pc:sldMk cId="2445085089" sldId="264"/>
            <ac:graphicFrameMk id="2" creationId="{6E34C63F-7DD1-FDAA-EB0E-CD49A707E1C4}"/>
          </ac:graphicFrameMkLst>
        </pc:graphicFrameChg>
      </pc:sldChg>
      <pc:sldChg chg="modSp mod">
        <pc:chgData name="Elham Hazmi" userId="5d4c0701-4cac-4bae-8a91-cc1d4d6dbbab" providerId="ADAL" clId="{4A2B8242-A1F7-500B-B598-EBBA22F6043E}" dt="2026-09-09T19:26:48.894" v="54" actId="1076"/>
        <pc:sldMkLst>
          <pc:docMk/>
          <pc:sldMk cId="761100105" sldId="265"/>
        </pc:sldMkLst>
        <pc:spChg chg="mod">
          <ac:chgData name="Elham Hazmi" userId="5d4c0701-4cac-4bae-8a91-cc1d4d6dbbab" providerId="ADAL" clId="{4A2B8242-A1F7-500B-B598-EBBA22F6043E}" dt="2026-09-09T19:26:48.894" v="54" actId="1076"/>
          <ac:spMkLst>
            <pc:docMk/>
            <pc:sldMk cId="761100105" sldId="265"/>
            <ac:spMk id="18" creationId="{1A6E1018-29A2-2772-1BA9-D54F2DBE0E7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005" y="1771879"/>
            <a:ext cx="6902054" cy="3769313"/>
          </a:xfrm>
        </p:spPr>
        <p:txBody>
          <a:bodyPr anchor="b"/>
          <a:lstStyle>
            <a:lvl1pPr algn="ctr">
              <a:defRPr sz="532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5008" y="5686551"/>
            <a:ext cx="6090047" cy="2613958"/>
          </a:xfrm>
        </p:spPr>
        <p:txBody>
          <a:bodyPr/>
          <a:lstStyle>
            <a:lvl1pPr marL="0" indent="0" algn="ctr">
              <a:buNone/>
              <a:defRPr sz="2131"/>
            </a:lvl1pPr>
            <a:lvl2pPr marL="405994" indent="0" algn="ctr">
              <a:buNone/>
              <a:defRPr sz="1776"/>
            </a:lvl2pPr>
            <a:lvl3pPr marL="811987" indent="0" algn="ctr">
              <a:buNone/>
              <a:defRPr sz="1598"/>
            </a:lvl3pPr>
            <a:lvl4pPr marL="1217981" indent="0" algn="ctr">
              <a:buNone/>
              <a:defRPr sz="1421"/>
            </a:lvl4pPr>
            <a:lvl5pPr marL="1623974" indent="0" algn="ctr">
              <a:buNone/>
              <a:defRPr sz="1421"/>
            </a:lvl5pPr>
            <a:lvl6pPr marL="2029968" indent="0" algn="ctr">
              <a:buNone/>
              <a:defRPr sz="1421"/>
            </a:lvl6pPr>
            <a:lvl7pPr marL="2435962" indent="0" algn="ctr">
              <a:buNone/>
              <a:defRPr sz="1421"/>
            </a:lvl7pPr>
            <a:lvl8pPr marL="2841955" indent="0" algn="ctr">
              <a:buNone/>
              <a:defRPr sz="1421"/>
            </a:lvl8pPr>
            <a:lvl9pPr marL="3247949" indent="0" algn="ctr">
              <a:buNone/>
              <a:defRPr sz="142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9AAFD-389A-8D45-A91B-9DF9AFE4085C}" type="datetimeFigureOut">
              <a:rPr lang="en-SA" smtClean="0"/>
              <a:t>09/09/2026 R</a:t>
            </a:fld>
            <a:endParaRPr lang="en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D0A97-3772-A349-97E3-B5FB449E4B8C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603848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9AAFD-389A-8D45-A91B-9DF9AFE4085C}" type="datetimeFigureOut">
              <a:rPr lang="en-SA" smtClean="0"/>
              <a:t>09/09/2026 R</a:t>
            </a:fld>
            <a:endParaRPr lang="en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D0A97-3772-A349-97E3-B5FB449E4B8C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550357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4026" y="2699172"/>
            <a:ext cx="7003554" cy="4503626"/>
          </a:xfrm>
        </p:spPr>
        <p:txBody>
          <a:bodyPr anchor="b"/>
          <a:lstStyle>
            <a:lvl1pPr>
              <a:defRPr sz="532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4026" y="7245404"/>
            <a:ext cx="7003554" cy="2368351"/>
          </a:xfrm>
        </p:spPr>
        <p:txBody>
          <a:bodyPr/>
          <a:lstStyle>
            <a:lvl1pPr marL="0" indent="0">
              <a:buNone/>
              <a:defRPr sz="2131">
                <a:solidFill>
                  <a:schemeClr val="tx1">
                    <a:tint val="82000"/>
                  </a:schemeClr>
                </a:solidFill>
              </a:defRPr>
            </a:lvl1pPr>
            <a:lvl2pPr marL="405994" indent="0">
              <a:buNone/>
              <a:defRPr sz="1776">
                <a:solidFill>
                  <a:schemeClr val="tx1">
                    <a:tint val="82000"/>
                  </a:schemeClr>
                </a:solidFill>
              </a:defRPr>
            </a:lvl2pPr>
            <a:lvl3pPr marL="811987" indent="0">
              <a:buNone/>
              <a:defRPr sz="1598">
                <a:solidFill>
                  <a:schemeClr val="tx1">
                    <a:tint val="82000"/>
                  </a:schemeClr>
                </a:solidFill>
              </a:defRPr>
            </a:lvl3pPr>
            <a:lvl4pPr marL="1217981" indent="0">
              <a:buNone/>
              <a:defRPr sz="1421">
                <a:solidFill>
                  <a:schemeClr val="tx1">
                    <a:tint val="82000"/>
                  </a:schemeClr>
                </a:solidFill>
              </a:defRPr>
            </a:lvl4pPr>
            <a:lvl5pPr marL="1623974" indent="0">
              <a:buNone/>
              <a:defRPr sz="1421">
                <a:solidFill>
                  <a:schemeClr val="tx1">
                    <a:tint val="82000"/>
                  </a:schemeClr>
                </a:solidFill>
              </a:defRPr>
            </a:lvl5pPr>
            <a:lvl6pPr marL="2029968" indent="0">
              <a:buNone/>
              <a:defRPr sz="1421">
                <a:solidFill>
                  <a:schemeClr val="tx1">
                    <a:tint val="82000"/>
                  </a:schemeClr>
                </a:solidFill>
              </a:defRPr>
            </a:lvl6pPr>
            <a:lvl7pPr marL="2435962" indent="0">
              <a:buNone/>
              <a:defRPr sz="1421">
                <a:solidFill>
                  <a:schemeClr val="tx1">
                    <a:tint val="82000"/>
                  </a:schemeClr>
                </a:solidFill>
              </a:defRPr>
            </a:lvl7pPr>
            <a:lvl8pPr marL="2841955" indent="0">
              <a:buNone/>
              <a:defRPr sz="1421">
                <a:solidFill>
                  <a:schemeClr val="tx1">
                    <a:tint val="82000"/>
                  </a:schemeClr>
                </a:solidFill>
              </a:defRPr>
            </a:lvl8pPr>
            <a:lvl9pPr marL="3247949" indent="0">
              <a:buNone/>
              <a:defRPr sz="142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9AAFD-389A-8D45-A91B-9DF9AFE4085C}" type="datetimeFigureOut">
              <a:rPr lang="en-SA" smtClean="0"/>
              <a:t>09/09/2026 R</a:t>
            </a:fld>
            <a:endParaRPr lang="en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D0A97-3772-A349-97E3-B5FB449E4B8C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303097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8254" y="2882121"/>
            <a:ext cx="3451027" cy="6869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10782" y="2882121"/>
            <a:ext cx="3451027" cy="6869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9AAFD-389A-8D45-A91B-9DF9AFE4085C}" type="datetimeFigureOut">
              <a:rPr lang="en-SA" smtClean="0"/>
              <a:t>09/09/2026 R</a:t>
            </a:fld>
            <a:endParaRPr lang="en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D0A97-3772-A349-97E3-B5FB449E4B8C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269739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312" y="576427"/>
            <a:ext cx="7003554" cy="209267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9313" y="2654058"/>
            <a:ext cx="3435167" cy="1300713"/>
          </a:xfrm>
        </p:spPr>
        <p:txBody>
          <a:bodyPr anchor="b"/>
          <a:lstStyle>
            <a:lvl1pPr marL="0" indent="0">
              <a:buNone/>
              <a:defRPr sz="2131" b="1"/>
            </a:lvl1pPr>
            <a:lvl2pPr marL="405994" indent="0">
              <a:buNone/>
              <a:defRPr sz="1776" b="1"/>
            </a:lvl2pPr>
            <a:lvl3pPr marL="811987" indent="0">
              <a:buNone/>
              <a:defRPr sz="1598" b="1"/>
            </a:lvl3pPr>
            <a:lvl4pPr marL="1217981" indent="0">
              <a:buNone/>
              <a:defRPr sz="1421" b="1"/>
            </a:lvl4pPr>
            <a:lvl5pPr marL="1623974" indent="0">
              <a:buNone/>
              <a:defRPr sz="1421" b="1"/>
            </a:lvl5pPr>
            <a:lvl6pPr marL="2029968" indent="0">
              <a:buNone/>
              <a:defRPr sz="1421" b="1"/>
            </a:lvl6pPr>
            <a:lvl7pPr marL="2435962" indent="0">
              <a:buNone/>
              <a:defRPr sz="1421" b="1"/>
            </a:lvl7pPr>
            <a:lvl8pPr marL="2841955" indent="0">
              <a:buNone/>
              <a:defRPr sz="1421" b="1"/>
            </a:lvl8pPr>
            <a:lvl9pPr marL="3247949" indent="0">
              <a:buNone/>
              <a:defRPr sz="142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313" y="3954771"/>
            <a:ext cx="3435167" cy="5816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10783" y="2654058"/>
            <a:ext cx="3452084" cy="1300713"/>
          </a:xfrm>
        </p:spPr>
        <p:txBody>
          <a:bodyPr anchor="b"/>
          <a:lstStyle>
            <a:lvl1pPr marL="0" indent="0">
              <a:buNone/>
              <a:defRPr sz="2131" b="1"/>
            </a:lvl1pPr>
            <a:lvl2pPr marL="405994" indent="0">
              <a:buNone/>
              <a:defRPr sz="1776" b="1"/>
            </a:lvl2pPr>
            <a:lvl3pPr marL="811987" indent="0">
              <a:buNone/>
              <a:defRPr sz="1598" b="1"/>
            </a:lvl3pPr>
            <a:lvl4pPr marL="1217981" indent="0">
              <a:buNone/>
              <a:defRPr sz="1421" b="1"/>
            </a:lvl4pPr>
            <a:lvl5pPr marL="1623974" indent="0">
              <a:buNone/>
              <a:defRPr sz="1421" b="1"/>
            </a:lvl5pPr>
            <a:lvl6pPr marL="2029968" indent="0">
              <a:buNone/>
              <a:defRPr sz="1421" b="1"/>
            </a:lvl6pPr>
            <a:lvl7pPr marL="2435962" indent="0">
              <a:buNone/>
              <a:defRPr sz="1421" b="1"/>
            </a:lvl7pPr>
            <a:lvl8pPr marL="2841955" indent="0">
              <a:buNone/>
              <a:defRPr sz="1421" b="1"/>
            </a:lvl8pPr>
            <a:lvl9pPr marL="3247949" indent="0">
              <a:buNone/>
              <a:defRPr sz="142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10783" y="3954771"/>
            <a:ext cx="3452084" cy="5816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9AAFD-389A-8D45-A91B-9DF9AFE4085C}" type="datetimeFigureOut">
              <a:rPr lang="en-SA" smtClean="0"/>
              <a:t>09/09/2026 R</a:t>
            </a:fld>
            <a:endParaRPr lang="en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D0A97-3772-A349-97E3-B5FB449E4B8C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4101643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9AAFD-389A-8D45-A91B-9DF9AFE4085C}" type="datetimeFigureOut">
              <a:rPr lang="en-SA" smtClean="0"/>
              <a:t>09/09/2026 R</a:t>
            </a:fld>
            <a:endParaRPr lang="en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D0A97-3772-A349-97E3-B5FB449E4B8C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743351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9AAFD-389A-8D45-A91B-9DF9AFE4085C}" type="datetimeFigureOut">
              <a:rPr lang="en-SA" smtClean="0"/>
              <a:t>09/09/2026 R</a:t>
            </a:fld>
            <a:endParaRPr lang="en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D0A97-3772-A349-97E3-B5FB449E4B8C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190755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312" y="721783"/>
            <a:ext cx="2618932" cy="2526242"/>
          </a:xfrm>
        </p:spPr>
        <p:txBody>
          <a:bodyPr anchor="b"/>
          <a:lstStyle>
            <a:lvl1pPr>
              <a:defRPr sz="284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52084" y="1558854"/>
            <a:ext cx="4110782" cy="7694010"/>
          </a:xfrm>
        </p:spPr>
        <p:txBody>
          <a:bodyPr/>
          <a:lstStyle>
            <a:lvl1pPr>
              <a:defRPr sz="2842"/>
            </a:lvl1pPr>
            <a:lvl2pPr>
              <a:defRPr sz="2486"/>
            </a:lvl2pPr>
            <a:lvl3pPr>
              <a:defRPr sz="2131"/>
            </a:lvl3pPr>
            <a:lvl4pPr>
              <a:defRPr sz="1776"/>
            </a:lvl4pPr>
            <a:lvl5pPr>
              <a:defRPr sz="1776"/>
            </a:lvl5pPr>
            <a:lvl6pPr>
              <a:defRPr sz="1776"/>
            </a:lvl6pPr>
            <a:lvl7pPr>
              <a:defRPr sz="1776"/>
            </a:lvl7pPr>
            <a:lvl8pPr>
              <a:defRPr sz="1776"/>
            </a:lvl8pPr>
            <a:lvl9pPr>
              <a:defRPr sz="177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9312" y="3248025"/>
            <a:ext cx="2618932" cy="6017368"/>
          </a:xfrm>
        </p:spPr>
        <p:txBody>
          <a:bodyPr/>
          <a:lstStyle>
            <a:lvl1pPr marL="0" indent="0">
              <a:buNone/>
              <a:defRPr sz="1421"/>
            </a:lvl1pPr>
            <a:lvl2pPr marL="405994" indent="0">
              <a:buNone/>
              <a:defRPr sz="1243"/>
            </a:lvl2pPr>
            <a:lvl3pPr marL="811987" indent="0">
              <a:buNone/>
              <a:defRPr sz="1066"/>
            </a:lvl3pPr>
            <a:lvl4pPr marL="1217981" indent="0">
              <a:buNone/>
              <a:defRPr sz="888"/>
            </a:lvl4pPr>
            <a:lvl5pPr marL="1623974" indent="0">
              <a:buNone/>
              <a:defRPr sz="888"/>
            </a:lvl5pPr>
            <a:lvl6pPr marL="2029968" indent="0">
              <a:buNone/>
              <a:defRPr sz="888"/>
            </a:lvl6pPr>
            <a:lvl7pPr marL="2435962" indent="0">
              <a:buNone/>
              <a:defRPr sz="888"/>
            </a:lvl7pPr>
            <a:lvl8pPr marL="2841955" indent="0">
              <a:buNone/>
              <a:defRPr sz="888"/>
            </a:lvl8pPr>
            <a:lvl9pPr marL="3247949" indent="0">
              <a:buNone/>
              <a:defRPr sz="8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9AAFD-389A-8D45-A91B-9DF9AFE4085C}" type="datetimeFigureOut">
              <a:rPr lang="en-SA" smtClean="0"/>
              <a:t>09/09/2026 R</a:t>
            </a:fld>
            <a:endParaRPr lang="en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D0A97-3772-A349-97E3-B5FB449E4B8C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79922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312" y="721783"/>
            <a:ext cx="2618932" cy="2526242"/>
          </a:xfrm>
        </p:spPr>
        <p:txBody>
          <a:bodyPr anchor="b"/>
          <a:lstStyle>
            <a:lvl1pPr>
              <a:defRPr sz="284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452084" y="1558854"/>
            <a:ext cx="4110782" cy="7694010"/>
          </a:xfrm>
        </p:spPr>
        <p:txBody>
          <a:bodyPr anchor="t"/>
          <a:lstStyle>
            <a:lvl1pPr marL="0" indent="0">
              <a:buNone/>
              <a:defRPr sz="2842"/>
            </a:lvl1pPr>
            <a:lvl2pPr marL="405994" indent="0">
              <a:buNone/>
              <a:defRPr sz="2486"/>
            </a:lvl2pPr>
            <a:lvl3pPr marL="811987" indent="0">
              <a:buNone/>
              <a:defRPr sz="2131"/>
            </a:lvl3pPr>
            <a:lvl4pPr marL="1217981" indent="0">
              <a:buNone/>
              <a:defRPr sz="1776"/>
            </a:lvl4pPr>
            <a:lvl5pPr marL="1623974" indent="0">
              <a:buNone/>
              <a:defRPr sz="1776"/>
            </a:lvl5pPr>
            <a:lvl6pPr marL="2029968" indent="0">
              <a:buNone/>
              <a:defRPr sz="1776"/>
            </a:lvl6pPr>
            <a:lvl7pPr marL="2435962" indent="0">
              <a:buNone/>
              <a:defRPr sz="1776"/>
            </a:lvl7pPr>
            <a:lvl8pPr marL="2841955" indent="0">
              <a:buNone/>
              <a:defRPr sz="1776"/>
            </a:lvl8pPr>
            <a:lvl9pPr marL="3247949" indent="0">
              <a:buNone/>
              <a:defRPr sz="177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9312" y="3248025"/>
            <a:ext cx="2618932" cy="6017368"/>
          </a:xfrm>
        </p:spPr>
        <p:txBody>
          <a:bodyPr/>
          <a:lstStyle>
            <a:lvl1pPr marL="0" indent="0">
              <a:buNone/>
              <a:defRPr sz="1421"/>
            </a:lvl1pPr>
            <a:lvl2pPr marL="405994" indent="0">
              <a:buNone/>
              <a:defRPr sz="1243"/>
            </a:lvl2pPr>
            <a:lvl3pPr marL="811987" indent="0">
              <a:buNone/>
              <a:defRPr sz="1066"/>
            </a:lvl3pPr>
            <a:lvl4pPr marL="1217981" indent="0">
              <a:buNone/>
              <a:defRPr sz="888"/>
            </a:lvl4pPr>
            <a:lvl5pPr marL="1623974" indent="0">
              <a:buNone/>
              <a:defRPr sz="888"/>
            </a:lvl5pPr>
            <a:lvl6pPr marL="2029968" indent="0">
              <a:buNone/>
              <a:defRPr sz="888"/>
            </a:lvl6pPr>
            <a:lvl7pPr marL="2435962" indent="0">
              <a:buNone/>
              <a:defRPr sz="888"/>
            </a:lvl7pPr>
            <a:lvl8pPr marL="2841955" indent="0">
              <a:buNone/>
              <a:defRPr sz="888"/>
            </a:lvl8pPr>
            <a:lvl9pPr marL="3247949" indent="0">
              <a:buNone/>
              <a:defRPr sz="8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9AAFD-389A-8D45-A91B-9DF9AFE4085C}" type="datetimeFigureOut">
              <a:rPr lang="en-SA" smtClean="0"/>
              <a:t>09/09/2026 R</a:t>
            </a:fld>
            <a:endParaRPr lang="en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D0A97-3772-A349-97E3-B5FB449E4B8C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151829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9AAFD-389A-8D45-A91B-9DF9AFE4085C}" type="datetimeFigureOut">
              <a:rPr lang="en-SA" smtClean="0"/>
              <a:t>09/09/2026 R</a:t>
            </a:fld>
            <a:endParaRPr lang="en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D0A97-3772-A349-97E3-B5FB449E4B8C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834756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10920" y="576424"/>
            <a:ext cx="1750889" cy="91751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8255" y="576424"/>
            <a:ext cx="5151165" cy="91751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9AAFD-389A-8D45-A91B-9DF9AFE4085C}" type="datetimeFigureOut">
              <a:rPr lang="en-SA" smtClean="0"/>
              <a:t>09/09/2026 R</a:t>
            </a:fld>
            <a:endParaRPr lang="en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D0A97-3772-A349-97E3-B5FB449E4B8C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780319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8255" y="576427"/>
            <a:ext cx="7003554" cy="20926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8255" y="2882121"/>
            <a:ext cx="7003554" cy="68694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8254" y="10034796"/>
            <a:ext cx="1827014" cy="5764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59AAFD-389A-8D45-A91B-9DF9AFE4085C}" type="datetimeFigureOut">
              <a:rPr lang="en-SA" smtClean="0"/>
              <a:t>09/09/2026 R</a:t>
            </a:fld>
            <a:endParaRPr lang="en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89771" y="10034796"/>
            <a:ext cx="2740521" cy="5764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34795" y="10034796"/>
            <a:ext cx="1827014" cy="5764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6D0A97-3772-A349-97E3-B5FB449E4B8C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4078411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11987" rtl="0" eaLnBrk="1" latinLnBrk="0" hangingPunct="1">
        <a:lnSpc>
          <a:spcPct val="90000"/>
        </a:lnSpc>
        <a:spcBef>
          <a:spcPct val="0"/>
        </a:spcBef>
        <a:buNone/>
        <a:defRPr sz="390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2997" indent="-202997" algn="l" defTabSz="811987" rtl="0" eaLnBrk="1" latinLnBrk="0" hangingPunct="1">
        <a:lnSpc>
          <a:spcPct val="90000"/>
        </a:lnSpc>
        <a:spcBef>
          <a:spcPts val="888"/>
        </a:spcBef>
        <a:buFont typeface="Arial" panose="020B0604020202020204" pitchFamily="34" charset="0"/>
        <a:buChar char="•"/>
        <a:defRPr sz="2486" kern="1200">
          <a:solidFill>
            <a:schemeClr val="tx1"/>
          </a:solidFill>
          <a:latin typeface="+mn-lt"/>
          <a:ea typeface="+mn-ea"/>
          <a:cs typeface="+mn-cs"/>
        </a:defRPr>
      </a:lvl1pPr>
      <a:lvl2pPr marL="608990" indent="-202997" algn="l" defTabSz="81198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2131" kern="1200">
          <a:solidFill>
            <a:schemeClr val="tx1"/>
          </a:solidFill>
          <a:latin typeface="+mn-lt"/>
          <a:ea typeface="+mn-ea"/>
          <a:cs typeface="+mn-cs"/>
        </a:defRPr>
      </a:lvl2pPr>
      <a:lvl3pPr marL="1014984" indent="-202997" algn="l" defTabSz="81198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776" kern="1200">
          <a:solidFill>
            <a:schemeClr val="tx1"/>
          </a:solidFill>
          <a:latin typeface="+mn-lt"/>
          <a:ea typeface="+mn-ea"/>
          <a:cs typeface="+mn-cs"/>
        </a:defRPr>
      </a:lvl3pPr>
      <a:lvl4pPr marL="1420978" indent="-202997" algn="l" defTabSz="81198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598" kern="1200">
          <a:solidFill>
            <a:schemeClr val="tx1"/>
          </a:solidFill>
          <a:latin typeface="+mn-lt"/>
          <a:ea typeface="+mn-ea"/>
          <a:cs typeface="+mn-cs"/>
        </a:defRPr>
      </a:lvl4pPr>
      <a:lvl5pPr marL="1826971" indent="-202997" algn="l" defTabSz="81198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598" kern="1200">
          <a:solidFill>
            <a:schemeClr val="tx1"/>
          </a:solidFill>
          <a:latin typeface="+mn-lt"/>
          <a:ea typeface="+mn-ea"/>
          <a:cs typeface="+mn-cs"/>
        </a:defRPr>
      </a:lvl5pPr>
      <a:lvl6pPr marL="2232965" indent="-202997" algn="l" defTabSz="81198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598" kern="1200">
          <a:solidFill>
            <a:schemeClr val="tx1"/>
          </a:solidFill>
          <a:latin typeface="+mn-lt"/>
          <a:ea typeface="+mn-ea"/>
          <a:cs typeface="+mn-cs"/>
        </a:defRPr>
      </a:lvl6pPr>
      <a:lvl7pPr marL="2638958" indent="-202997" algn="l" defTabSz="81198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598" kern="1200">
          <a:solidFill>
            <a:schemeClr val="tx1"/>
          </a:solidFill>
          <a:latin typeface="+mn-lt"/>
          <a:ea typeface="+mn-ea"/>
          <a:cs typeface="+mn-cs"/>
        </a:defRPr>
      </a:lvl7pPr>
      <a:lvl8pPr marL="3044952" indent="-202997" algn="l" defTabSz="81198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598" kern="1200">
          <a:solidFill>
            <a:schemeClr val="tx1"/>
          </a:solidFill>
          <a:latin typeface="+mn-lt"/>
          <a:ea typeface="+mn-ea"/>
          <a:cs typeface="+mn-cs"/>
        </a:defRPr>
      </a:lvl8pPr>
      <a:lvl9pPr marL="3450946" indent="-202997" algn="l" defTabSz="81198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5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1987" rtl="0" eaLnBrk="1" latinLnBrk="0" hangingPunct="1">
        <a:defRPr sz="1598" kern="1200">
          <a:solidFill>
            <a:schemeClr val="tx1"/>
          </a:solidFill>
          <a:latin typeface="+mn-lt"/>
          <a:ea typeface="+mn-ea"/>
          <a:cs typeface="+mn-cs"/>
        </a:defRPr>
      </a:lvl1pPr>
      <a:lvl2pPr marL="405994" algn="l" defTabSz="811987" rtl="0" eaLnBrk="1" latinLnBrk="0" hangingPunct="1">
        <a:defRPr sz="1598" kern="1200">
          <a:solidFill>
            <a:schemeClr val="tx1"/>
          </a:solidFill>
          <a:latin typeface="+mn-lt"/>
          <a:ea typeface="+mn-ea"/>
          <a:cs typeface="+mn-cs"/>
        </a:defRPr>
      </a:lvl2pPr>
      <a:lvl3pPr marL="811987" algn="l" defTabSz="811987" rtl="0" eaLnBrk="1" latinLnBrk="0" hangingPunct="1">
        <a:defRPr sz="1598" kern="1200">
          <a:solidFill>
            <a:schemeClr val="tx1"/>
          </a:solidFill>
          <a:latin typeface="+mn-lt"/>
          <a:ea typeface="+mn-ea"/>
          <a:cs typeface="+mn-cs"/>
        </a:defRPr>
      </a:lvl3pPr>
      <a:lvl4pPr marL="1217981" algn="l" defTabSz="811987" rtl="0" eaLnBrk="1" latinLnBrk="0" hangingPunct="1">
        <a:defRPr sz="1598" kern="1200">
          <a:solidFill>
            <a:schemeClr val="tx1"/>
          </a:solidFill>
          <a:latin typeface="+mn-lt"/>
          <a:ea typeface="+mn-ea"/>
          <a:cs typeface="+mn-cs"/>
        </a:defRPr>
      </a:lvl4pPr>
      <a:lvl5pPr marL="1623974" algn="l" defTabSz="811987" rtl="0" eaLnBrk="1" latinLnBrk="0" hangingPunct="1">
        <a:defRPr sz="1598" kern="1200">
          <a:solidFill>
            <a:schemeClr val="tx1"/>
          </a:solidFill>
          <a:latin typeface="+mn-lt"/>
          <a:ea typeface="+mn-ea"/>
          <a:cs typeface="+mn-cs"/>
        </a:defRPr>
      </a:lvl5pPr>
      <a:lvl6pPr marL="2029968" algn="l" defTabSz="811987" rtl="0" eaLnBrk="1" latinLnBrk="0" hangingPunct="1">
        <a:defRPr sz="1598" kern="1200">
          <a:solidFill>
            <a:schemeClr val="tx1"/>
          </a:solidFill>
          <a:latin typeface="+mn-lt"/>
          <a:ea typeface="+mn-ea"/>
          <a:cs typeface="+mn-cs"/>
        </a:defRPr>
      </a:lvl6pPr>
      <a:lvl7pPr marL="2435962" algn="l" defTabSz="811987" rtl="0" eaLnBrk="1" latinLnBrk="0" hangingPunct="1">
        <a:defRPr sz="1598" kern="1200">
          <a:solidFill>
            <a:schemeClr val="tx1"/>
          </a:solidFill>
          <a:latin typeface="+mn-lt"/>
          <a:ea typeface="+mn-ea"/>
          <a:cs typeface="+mn-cs"/>
        </a:defRPr>
      </a:lvl7pPr>
      <a:lvl8pPr marL="2841955" algn="l" defTabSz="811987" rtl="0" eaLnBrk="1" latinLnBrk="0" hangingPunct="1">
        <a:defRPr sz="1598" kern="1200">
          <a:solidFill>
            <a:schemeClr val="tx1"/>
          </a:solidFill>
          <a:latin typeface="+mn-lt"/>
          <a:ea typeface="+mn-ea"/>
          <a:cs typeface="+mn-cs"/>
        </a:defRPr>
      </a:lvl8pPr>
      <a:lvl9pPr marL="3247949" algn="l" defTabSz="811987" rtl="0" eaLnBrk="1" latinLnBrk="0" hangingPunct="1">
        <a:defRPr sz="15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AA2524C-295D-79CA-7BA7-2D2D9AD6A43C}"/>
              </a:ext>
            </a:extLst>
          </p:cNvPr>
          <p:cNvSpPr txBox="1"/>
          <p:nvPr/>
        </p:nvSpPr>
        <p:spPr>
          <a:xfrm>
            <a:off x="1127891" y="4536212"/>
            <a:ext cx="58642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A" sz="5400" dirty="0">
                <a:solidFill>
                  <a:schemeClr val="accent6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Good To Go</a:t>
            </a:r>
          </a:p>
          <a:p>
            <a:pPr algn="ctr"/>
            <a:r>
              <a:rPr lang="en-SA" sz="5400" dirty="0">
                <a:solidFill>
                  <a:srgbClr val="AB7942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System</a:t>
            </a:r>
          </a:p>
        </p:txBody>
      </p:sp>
      <p:pic>
        <p:nvPicPr>
          <p:cNvPr id="4098" name="Picture 2" descr="logo">
            <a:extLst>
              <a:ext uri="{FF2B5EF4-FFF2-40B4-BE49-F238E27FC236}">
                <a16:creationId xmlns:a16="http://schemas.microsoft.com/office/drawing/2014/main" id="{9DECC789-4E17-2BF0-7D30-A20DD73E6B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460" b="-5454"/>
          <a:stretch>
            <a:fillRect/>
          </a:stretch>
        </p:blipFill>
        <p:spPr bwMode="auto">
          <a:xfrm>
            <a:off x="2881494" y="2520396"/>
            <a:ext cx="2712728" cy="841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logo">
            <a:extLst>
              <a:ext uri="{FF2B5EF4-FFF2-40B4-BE49-F238E27FC236}">
                <a16:creationId xmlns:a16="http://schemas.microsoft.com/office/drawing/2014/main" id="{88E6F6CA-8B1C-BEB0-E3AE-0771ED84D4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94"/>
          <a:stretch>
            <a:fillRect/>
          </a:stretch>
        </p:blipFill>
        <p:spPr bwMode="auto">
          <a:xfrm>
            <a:off x="-669256" y="51225"/>
            <a:ext cx="3506969" cy="2278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2405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1FBF5D-8778-DB50-EB54-B4CA48D6A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27E46CF-337C-F83B-28F3-3A513A547C86}"/>
              </a:ext>
            </a:extLst>
          </p:cNvPr>
          <p:cNvSpPr txBox="1"/>
          <p:nvPr/>
        </p:nvSpPr>
        <p:spPr>
          <a:xfrm>
            <a:off x="1127889" y="1135000"/>
            <a:ext cx="58642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A" sz="2000" dirty="0">
                <a:solidFill>
                  <a:schemeClr val="accent6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Descrption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543BF0-F15B-562A-EDE8-2948BF97887F}"/>
              </a:ext>
            </a:extLst>
          </p:cNvPr>
          <p:cNvSpPr txBox="1"/>
          <p:nvPr/>
        </p:nvSpPr>
        <p:spPr>
          <a:xfrm>
            <a:off x="882400" y="1943689"/>
            <a:ext cx="6595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system is an online platform designed to reduce food waste by connecting restaurants ,bakeries and stores with customers  </a:t>
            </a:r>
            <a:endParaRPr lang="en-S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73666E-E2E7-2E56-CB87-3FEDC6BB7F57}"/>
              </a:ext>
            </a:extLst>
          </p:cNvPr>
          <p:cNvSpPr txBox="1"/>
          <p:nvPr/>
        </p:nvSpPr>
        <p:spPr>
          <a:xfrm>
            <a:off x="882400" y="2998599"/>
            <a:ext cx="72207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Users can discover restaurants, bakeries, and stores that </a:t>
            </a:r>
          </a:p>
          <a:p>
            <a:r>
              <a:rPr lang="en-US" dirty="0"/>
              <a:t>have extra food available at discounted prices </a:t>
            </a:r>
          </a:p>
          <a:p>
            <a:r>
              <a:rPr lang="en-US" dirty="0"/>
              <a:t>They can choose an offer ,reserve it and pick it up at the specified time.</a:t>
            </a:r>
            <a:endParaRPr lang="en-S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FABE7C-D707-6AF3-D791-EB3742CCE417}"/>
              </a:ext>
            </a:extLst>
          </p:cNvPr>
          <p:cNvSpPr txBox="1"/>
          <p:nvPr/>
        </p:nvSpPr>
        <p:spPr>
          <a:xfrm>
            <a:off x="877073" y="4436057"/>
            <a:ext cx="66009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A" dirty="0"/>
              <a:t>The system allows users to manage their reservations and orders</a:t>
            </a:r>
          </a:p>
          <a:p>
            <a:r>
              <a:rPr lang="en-SA" dirty="0"/>
              <a:t>,save their favorite places and </a:t>
            </a:r>
            <a:r>
              <a:rPr lang="en-US" dirty="0"/>
              <a:t>rate the food they receive</a:t>
            </a:r>
            <a:endParaRPr lang="en-S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FD3F02-39E1-91A4-62EB-AFC4F41E4C47}"/>
              </a:ext>
            </a:extLst>
          </p:cNvPr>
          <p:cNvSpPr txBox="1"/>
          <p:nvPr/>
        </p:nvSpPr>
        <p:spPr>
          <a:xfrm>
            <a:off x="882400" y="5413375"/>
            <a:ext cx="63552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 the business side , restaurants</a:t>
            </a:r>
            <a:r>
              <a:rPr lang="en-SA" dirty="0"/>
              <a:t> and stores can</a:t>
            </a:r>
            <a:r>
              <a:rPr lang="ar-SA" dirty="0"/>
              <a:t> </a:t>
            </a:r>
            <a:r>
              <a:rPr lang="en-US" dirty="0"/>
              <a:t>add their available surplus food to the system ,set the price and quantity </a:t>
            </a:r>
          </a:p>
          <a:p>
            <a:r>
              <a:rPr lang="en-US" dirty="0"/>
              <a:t>and manage their offers and reservations  </a:t>
            </a:r>
            <a:r>
              <a:rPr lang="en-SA" dirty="0"/>
              <a:t>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531817-6969-89E1-1262-0A7C04BE3EFC}"/>
              </a:ext>
            </a:extLst>
          </p:cNvPr>
          <p:cNvSpPr txBox="1"/>
          <p:nvPr/>
        </p:nvSpPr>
        <p:spPr>
          <a:xfrm>
            <a:off x="877073" y="6743759"/>
            <a:ext cx="4067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A" dirty="0">
                <a:solidFill>
                  <a:schemeClr val="accent6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O</a:t>
            </a:r>
            <a:r>
              <a:rPr lang="en-SA" sz="1800" dirty="0">
                <a:solidFill>
                  <a:schemeClr val="accent6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bjectives</a:t>
            </a:r>
            <a:endParaRPr lang="en-S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30E42D-13DB-A748-2E62-BDE7FA6F67DE}"/>
              </a:ext>
            </a:extLst>
          </p:cNvPr>
          <p:cNvSpPr txBox="1"/>
          <p:nvPr/>
        </p:nvSpPr>
        <p:spPr>
          <a:xfrm>
            <a:off x="877073" y="7397911"/>
            <a:ext cx="634096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A" dirty="0"/>
              <a:t>Reduce food waste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A" dirty="0"/>
              <a:t>Help restaurants and stores benefit from their surplus food.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A" dirty="0"/>
              <a:t>Provide customers with affordable food options.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 a more sustainable future</a:t>
            </a:r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1621289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978890-C95D-936C-E018-338FA6574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89CD3E1-3D83-7C8E-8703-FFD0F9F76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371" y="3942584"/>
            <a:ext cx="7211710" cy="565415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6A5B036-B76F-4169-2C45-AD916D97CE4E}"/>
              </a:ext>
            </a:extLst>
          </p:cNvPr>
          <p:cNvSpPr txBox="1"/>
          <p:nvPr/>
        </p:nvSpPr>
        <p:spPr>
          <a:xfrm>
            <a:off x="1127888" y="714870"/>
            <a:ext cx="58642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6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Class Relationship</a:t>
            </a:r>
            <a:endParaRPr lang="en-SA" sz="2000" dirty="0">
              <a:solidFill>
                <a:schemeClr val="accent6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90BC1BBA-0818-1633-8E12-6F2B3938E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28" y="9596735"/>
            <a:ext cx="767389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A" altLang="en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SA" altLang="en-SA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This creates the relationship: </a:t>
            </a:r>
            <a:r>
              <a:rPr kumimoji="0" lang="en-SA" altLang="en-SA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User → Reservation</a:t>
            </a:r>
            <a:r>
              <a:rPr kumimoji="0" lang="ar-SA" altLang="en-SA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SA" altLang="en-SA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en-SA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en-SA" altLang="en-SA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Offer</a:t>
            </a:r>
            <a:r>
              <a:rPr kumimoji="0" lang="ar-SA" altLang="en-SA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SA" altLang="en-SA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en-SA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en-SA" altLang="en-SA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Business</a:t>
            </a:r>
            <a:r>
              <a:rPr kumimoji="0" lang="en-SA" altLang="en-SA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A" altLang="en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4BC3BEC8-7BFE-1358-7F84-ADCF9902B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28" y="1230015"/>
            <a:ext cx="699216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SA" altLang="en-SA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Reservation is associated with a User</a:t>
            </a:r>
            <a:r>
              <a:rPr kumimoji="0" lang="en-SA" altLang="en-SA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because every reservation must be made by a user.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SA" altLang="en-SA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SA" altLang="en-SA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Reservation is associated with an Offer</a:t>
            </a:r>
            <a:r>
              <a:rPr kumimoji="0" lang="en-SA" altLang="en-SA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because every reservation must be for a specific offer.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SA" altLang="en-SA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SA" altLang="en-SA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Offer is associated with a Business</a:t>
            </a:r>
            <a:r>
              <a:rPr kumimoji="0" lang="en-SA" altLang="en-SA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because each offer belongs to a specific business.</a:t>
            </a:r>
            <a:br>
              <a:rPr kumimoji="0" lang="en-SA" altLang="en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SA" altLang="en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07AE5B1-96E2-F94E-C04C-DBC89B98FB4A}"/>
              </a:ext>
            </a:extLst>
          </p:cNvPr>
          <p:cNvCxnSpPr/>
          <p:nvPr/>
        </p:nvCxnSpPr>
        <p:spPr>
          <a:xfrm flipH="1">
            <a:off x="5422833" y="10081118"/>
            <a:ext cx="23446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0A4DC3F-1F0A-29A5-2851-23EA29D7FD4F}"/>
              </a:ext>
            </a:extLst>
          </p:cNvPr>
          <p:cNvCxnSpPr/>
          <p:nvPr/>
        </p:nvCxnSpPr>
        <p:spPr>
          <a:xfrm flipH="1">
            <a:off x="6312151" y="10081118"/>
            <a:ext cx="23446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7445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759555-F33E-BA62-B868-755997742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36D2B5-7CFD-A972-C235-2B4475186D44}"/>
              </a:ext>
            </a:extLst>
          </p:cNvPr>
          <p:cNvSpPr txBox="1"/>
          <p:nvPr/>
        </p:nvSpPr>
        <p:spPr>
          <a:xfrm>
            <a:off x="2606738" y="694206"/>
            <a:ext cx="25489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r" defTabSz="457200" rtl="1" eaLnBrk="1" latinLnBrk="0" hangingPunct="1"/>
            <a:r>
              <a:rPr lang="en-US" sz="2000" b="0" i="0" u="none" strike="noStrike" dirty="0">
                <a:solidFill>
                  <a:schemeClr val="accent6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Validation</a:t>
            </a:r>
            <a:r>
              <a:rPr lang="en-US" b="0" i="0" u="none" strike="noStrike" dirty="0">
                <a:solidFill>
                  <a:schemeClr val="accent6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Checklist</a:t>
            </a:r>
            <a:endParaRPr lang="ar-SA" b="0" i="0" u="none" strike="noStrike" dirty="0">
              <a:solidFill>
                <a:schemeClr val="accent6"/>
              </a:solidFill>
              <a:effectLst/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  <a:p>
            <a:pPr algn="ctr" rtl="1"/>
            <a:r>
              <a:rPr lang="en-US" sz="2000" dirty="0">
                <a:solidFill>
                  <a:srgbClr val="AB7942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User</a:t>
            </a:r>
            <a:endParaRPr lang="en-SA" sz="2000" dirty="0">
              <a:solidFill>
                <a:schemeClr val="accent6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0311AE4-E8F2-CFAE-8802-6C0294F68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0525997"/>
              </p:ext>
            </p:extLst>
          </p:nvPr>
        </p:nvGraphicFramePr>
        <p:xfrm>
          <a:off x="150199" y="1842869"/>
          <a:ext cx="7908830" cy="305562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636277">
                  <a:extLst>
                    <a:ext uri="{9D8B030D-6E8A-4147-A177-3AD203B41FA5}">
                      <a16:colId xmlns:a16="http://schemas.microsoft.com/office/drawing/2014/main" val="2099162556"/>
                    </a:ext>
                  </a:extLst>
                </a:gridCol>
                <a:gridCol w="2636277">
                  <a:extLst>
                    <a:ext uri="{9D8B030D-6E8A-4147-A177-3AD203B41FA5}">
                      <a16:colId xmlns:a16="http://schemas.microsoft.com/office/drawing/2014/main" val="2372369617"/>
                    </a:ext>
                  </a:extLst>
                </a:gridCol>
                <a:gridCol w="2636276">
                  <a:extLst>
                    <a:ext uri="{9D8B030D-6E8A-4147-A177-3AD203B41FA5}">
                      <a16:colId xmlns:a16="http://schemas.microsoft.com/office/drawing/2014/main" val="40385398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u="none" strike="noStrike" kern="1200" dirty="0">
                          <a:solidFill>
                            <a:srgbClr val="AB7942"/>
                          </a:solidFill>
                          <a:effectLst/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Field</a:t>
                      </a:r>
                      <a:endParaRPr lang="en-SA" sz="1600" b="1" dirty="0">
                        <a:solidFill>
                          <a:srgbClr val="AB7942"/>
                        </a:solidFill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rgbClr val="AB7942"/>
                          </a:solidFill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Validation Criteria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rgbClr val="AB7942"/>
                          </a:solidFill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Potential Consequence of Failure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0803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811987" rtl="1" eaLnBrk="1" latinLnBrk="0" hangingPunct="1"/>
                      <a:r>
                        <a:rPr lang="en-US" sz="1598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lang="en-S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811987" rtl="1" eaLnBrk="1" latinLnBrk="0" hangingPunct="1"/>
                      <a:r>
                        <a:rPr lang="en-US" sz="1598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Empty + exactly 10 digits</a:t>
                      </a:r>
                      <a:endParaRPr lang="en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Invalid user identification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6823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811987" rtl="1" eaLnBrk="1" latinLnBrk="0" hangingPunct="1"/>
                      <a:r>
                        <a:rPr lang="en-US" sz="1598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Name</a:t>
                      </a:r>
                      <a:endParaRPr lang="en-S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Not Empty + letters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Invalid user 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6548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Phone Number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Not Empty + starts with 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05</a:t>
                      </a:r>
                      <a:r>
                        <a:rPr lang="en-US" dirty="0"/>
                        <a:t> + exactly 10 digits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Invalid contact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6584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Phone Verification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Must be 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true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User cannot be verified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8005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811987" rtl="1" eaLnBrk="1" latinLnBrk="0" hangingPunct="1"/>
                      <a:r>
                        <a:rPr lang="en-US" sz="1598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City</a:t>
                      </a:r>
                      <a:endParaRPr lang="en-S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Not Empty + letters only + size 4–9 characters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Invalid location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6061081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132A08F4-0254-12F7-462B-5C1AEE7C3D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86"/>
          <a:stretch>
            <a:fillRect/>
          </a:stretch>
        </p:blipFill>
        <p:spPr>
          <a:xfrm>
            <a:off x="420360" y="5087135"/>
            <a:ext cx="7279341" cy="556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058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9011A2-A4AF-BCAF-FA46-90D1BE8DA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5D594F-AA8F-6E67-EC50-A03FDACA16A6}"/>
              </a:ext>
            </a:extLst>
          </p:cNvPr>
          <p:cNvSpPr txBox="1"/>
          <p:nvPr/>
        </p:nvSpPr>
        <p:spPr>
          <a:xfrm>
            <a:off x="2624667" y="611026"/>
            <a:ext cx="25489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r" defTabSz="457200" rtl="1" eaLnBrk="1" latinLnBrk="0" hangingPunct="1"/>
            <a:r>
              <a:rPr lang="en-US" sz="2000" b="0" i="0" u="none" strike="noStrike" dirty="0">
                <a:solidFill>
                  <a:schemeClr val="accent6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Validation</a:t>
            </a:r>
            <a:r>
              <a:rPr lang="en-US" b="0" i="0" u="none" strike="noStrike" dirty="0">
                <a:solidFill>
                  <a:schemeClr val="accent6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Checklist</a:t>
            </a:r>
            <a:endParaRPr lang="ar-SA" b="0" i="0" u="none" strike="noStrike" dirty="0">
              <a:solidFill>
                <a:schemeClr val="accent6"/>
              </a:solidFill>
              <a:effectLst/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  <a:p>
            <a:pPr algn="ctr" rtl="1"/>
            <a:r>
              <a:rPr lang="en-US" sz="2000" dirty="0">
                <a:solidFill>
                  <a:srgbClr val="AB7942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Business</a:t>
            </a:r>
            <a:endParaRPr lang="en-SA" sz="2000" dirty="0">
              <a:solidFill>
                <a:srgbClr val="AB7942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2BF15B1-90E9-FD5B-CD11-A50D64B6C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623823"/>
              </p:ext>
            </p:extLst>
          </p:nvPr>
        </p:nvGraphicFramePr>
        <p:xfrm>
          <a:off x="216854" y="1574055"/>
          <a:ext cx="7686354" cy="3714433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562118">
                  <a:extLst>
                    <a:ext uri="{9D8B030D-6E8A-4147-A177-3AD203B41FA5}">
                      <a16:colId xmlns:a16="http://schemas.microsoft.com/office/drawing/2014/main" val="2099162556"/>
                    </a:ext>
                  </a:extLst>
                </a:gridCol>
                <a:gridCol w="2562118">
                  <a:extLst>
                    <a:ext uri="{9D8B030D-6E8A-4147-A177-3AD203B41FA5}">
                      <a16:colId xmlns:a16="http://schemas.microsoft.com/office/drawing/2014/main" val="2372369617"/>
                    </a:ext>
                  </a:extLst>
                </a:gridCol>
                <a:gridCol w="2562118">
                  <a:extLst>
                    <a:ext uri="{9D8B030D-6E8A-4147-A177-3AD203B41FA5}">
                      <a16:colId xmlns:a16="http://schemas.microsoft.com/office/drawing/2014/main" val="2145860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u="none" strike="noStrike" kern="1200" dirty="0">
                          <a:solidFill>
                            <a:srgbClr val="AB7942"/>
                          </a:solidFill>
                          <a:effectLst/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Field</a:t>
                      </a:r>
                      <a:endParaRPr lang="en-SA" sz="1600" b="1" dirty="0">
                        <a:solidFill>
                          <a:srgbClr val="AB7942"/>
                        </a:solidFill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solidFill>
                            <a:srgbClr val="AB7942"/>
                          </a:solidFill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Validation Criteria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rgbClr val="AB7942"/>
                          </a:solidFill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Potential Consequence of Failure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0803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Commercial Registration Number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Not Empty + exactly 10 digits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Invalid business identification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6823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811987" rtl="1" eaLnBrk="1" latinLnBrk="0" hangingPunct="1"/>
                      <a:r>
                        <a:rPr lang="en-US" sz="1598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Verification</a:t>
                      </a:r>
                      <a:endParaRPr lang="en-S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Must be 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true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Business cannot be verified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6548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Type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Not Empty + must be 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restaurant</a:t>
                      </a:r>
                      <a:r>
                        <a:rPr lang="en-US" dirty="0"/>
                        <a:t>, 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bakery</a:t>
                      </a:r>
                      <a:r>
                        <a:rPr lang="en-US" dirty="0"/>
                        <a:t>, or 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store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Invalid business 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6584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Company Name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Not Empty + size 2–16 characters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Invalid company 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8005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City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Not Empty + letters only + size 4–9 characters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Invalid business location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6061081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EE659C01-B87C-78AE-ED0F-9EB9CBA59F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035"/>
          <a:stretch>
            <a:fillRect/>
          </a:stretch>
        </p:blipFill>
        <p:spPr>
          <a:xfrm>
            <a:off x="556532" y="5413375"/>
            <a:ext cx="7006998" cy="5314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062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3998AD-CBA0-AB23-9356-F86C599C4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7ADEBA-2C10-293E-CABE-C21BFD74416C}"/>
              </a:ext>
            </a:extLst>
          </p:cNvPr>
          <p:cNvSpPr txBox="1"/>
          <p:nvPr/>
        </p:nvSpPr>
        <p:spPr>
          <a:xfrm>
            <a:off x="2624667" y="611026"/>
            <a:ext cx="25489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r" defTabSz="457200" rtl="1" eaLnBrk="1" latinLnBrk="0" hangingPunct="1"/>
            <a:r>
              <a:rPr lang="en-US" sz="2000" b="0" i="0" u="none" strike="noStrike" dirty="0">
                <a:solidFill>
                  <a:schemeClr val="accent6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Validation</a:t>
            </a:r>
            <a:r>
              <a:rPr lang="en-US" b="0" i="0" u="none" strike="noStrike" dirty="0">
                <a:solidFill>
                  <a:schemeClr val="accent6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Checklist</a:t>
            </a:r>
            <a:endParaRPr lang="ar-SA" b="0" i="0" u="none" strike="noStrike" dirty="0">
              <a:solidFill>
                <a:schemeClr val="accent6"/>
              </a:solidFill>
              <a:effectLst/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  <a:p>
            <a:pPr algn="ctr" rtl="1"/>
            <a:r>
              <a:rPr lang="en-US" sz="2000" dirty="0">
                <a:solidFill>
                  <a:srgbClr val="AB7942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Offer</a:t>
            </a:r>
            <a:endParaRPr lang="en-SA" sz="2000" dirty="0">
              <a:solidFill>
                <a:srgbClr val="AB7942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BA7F0AE-6C96-D4B6-8A08-3DA1387ABB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468897"/>
              </p:ext>
            </p:extLst>
          </p:nvPr>
        </p:nvGraphicFramePr>
        <p:xfrm>
          <a:off x="193291" y="1538632"/>
          <a:ext cx="7674687" cy="3874743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558229">
                  <a:extLst>
                    <a:ext uri="{9D8B030D-6E8A-4147-A177-3AD203B41FA5}">
                      <a16:colId xmlns:a16="http://schemas.microsoft.com/office/drawing/2014/main" val="2099162556"/>
                    </a:ext>
                  </a:extLst>
                </a:gridCol>
                <a:gridCol w="2558229">
                  <a:extLst>
                    <a:ext uri="{9D8B030D-6E8A-4147-A177-3AD203B41FA5}">
                      <a16:colId xmlns:a16="http://schemas.microsoft.com/office/drawing/2014/main" val="2372369617"/>
                    </a:ext>
                  </a:extLst>
                </a:gridCol>
                <a:gridCol w="2558229">
                  <a:extLst>
                    <a:ext uri="{9D8B030D-6E8A-4147-A177-3AD203B41FA5}">
                      <a16:colId xmlns:a16="http://schemas.microsoft.com/office/drawing/2014/main" val="190261282"/>
                    </a:ext>
                  </a:extLst>
                </a:gridCol>
              </a:tblGrid>
              <a:tr h="489387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kern="1200">
                          <a:solidFill>
                            <a:srgbClr val="AB7942"/>
                          </a:solidFill>
                          <a:effectLst/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Field</a:t>
                      </a:r>
                      <a:endParaRPr lang="en-SA" sz="1600" dirty="0">
                        <a:solidFill>
                          <a:srgbClr val="AB7942"/>
                        </a:solidFill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>
                          <a:solidFill>
                            <a:srgbClr val="AB7942"/>
                          </a:solidFill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Validation Criteria</a:t>
                      </a:r>
                      <a:endParaRPr lang="en-US" sz="1600" b="0" dirty="0">
                        <a:solidFill>
                          <a:srgbClr val="AB7942"/>
                        </a:solidFill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rgbClr val="AB7942"/>
                          </a:solidFill>
                        </a:rPr>
                        <a:t>Potential Consequence of Failure</a:t>
                      </a:r>
                      <a:endParaRPr lang="en-US" dirty="0">
                        <a:solidFill>
                          <a:srgbClr val="AB7942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0803484"/>
                  </a:ext>
                </a:extLst>
              </a:tr>
              <a:tr h="509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98" b="1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 Empty + exactly 5 digits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Invalid offer identification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6823753"/>
                  </a:ext>
                </a:extLst>
              </a:tr>
              <a:tr h="509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Description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 Empty + size 10–100 characters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Invalid offer 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6548497"/>
                  </a:ext>
                </a:extLst>
              </a:tr>
              <a:tr h="403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Price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 Null + greater than 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Invalid offer price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6584170"/>
                  </a:ext>
                </a:extLst>
              </a:tr>
              <a:tr h="509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Offer Start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Must be today or in the future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Offer cannot be started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8005368"/>
                  </a:ext>
                </a:extLst>
              </a:tr>
              <a:tr h="509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Offer End</a:t>
                      </a:r>
                      <a:endParaRPr lang="ar-SA" b="1"/>
                    </a:p>
                    <a:p>
                      <a:pPr>
                        <a:buNone/>
                      </a:pPr>
                      <a:endParaRPr lang="ar-SA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Must be today or in the future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Offer cannot be ended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6061081"/>
                  </a:ext>
                </a:extLst>
              </a:tr>
              <a:tr h="295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Business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 Null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Offer cannot be associated with a business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7427460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9727F148-23F2-2B33-A660-9701E3AC7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92" y="5528351"/>
            <a:ext cx="7516286" cy="5212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579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3E041D-618F-606E-E9BF-8C79040CC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E52F68-7F98-F129-CF37-11F3A1351D10}"/>
              </a:ext>
            </a:extLst>
          </p:cNvPr>
          <p:cNvSpPr txBox="1"/>
          <p:nvPr/>
        </p:nvSpPr>
        <p:spPr>
          <a:xfrm>
            <a:off x="2785545" y="1095121"/>
            <a:ext cx="254897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r" defTabSz="457200" rtl="1" eaLnBrk="1" latinLnBrk="0" hangingPunct="1"/>
            <a:r>
              <a:rPr lang="en-US" sz="2000" b="0" i="0" u="none" strike="noStrike" dirty="0">
                <a:solidFill>
                  <a:schemeClr val="accent6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Validation</a:t>
            </a:r>
            <a:r>
              <a:rPr lang="en-US" b="0" i="0" u="none" strike="noStrike" dirty="0">
                <a:solidFill>
                  <a:schemeClr val="accent6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Checklist</a:t>
            </a:r>
            <a:endParaRPr lang="ar-SA" b="0" i="0" u="none" strike="noStrike" dirty="0">
              <a:solidFill>
                <a:schemeClr val="accent6"/>
              </a:solidFill>
              <a:effectLst/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  <a:p>
            <a:pPr algn="ctr" rtl="1"/>
            <a:r>
              <a:rPr lang="en-US" dirty="0">
                <a:solidFill>
                  <a:srgbClr val="AB7942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Reservation</a:t>
            </a:r>
            <a:endParaRPr lang="en-SA" sz="2000" dirty="0">
              <a:solidFill>
                <a:srgbClr val="AB7942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E34C63F-7DD1-FDAA-EB0E-CD49A707E1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78521"/>
              </p:ext>
            </p:extLst>
          </p:nvPr>
        </p:nvGraphicFramePr>
        <p:xfrm>
          <a:off x="300832" y="2411574"/>
          <a:ext cx="7518399" cy="2455641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506133">
                  <a:extLst>
                    <a:ext uri="{9D8B030D-6E8A-4147-A177-3AD203B41FA5}">
                      <a16:colId xmlns:a16="http://schemas.microsoft.com/office/drawing/2014/main" val="2591269064"/>
                    </a:ext>
                  </a:extLst>
                </a:gridCol>
                <a:gridCol w="2506133">
                  <a:extLst>
                    <a:ext uri="{9D8B030D-6E8A-4147-A177-3AD203B41FA5}">
                      <a16:colId xmlns:a16="http://schemas.microsoft.com/office/drawing/2014/main" val="373304643"/>
                    </a:ext>
                  </a:extLst>
                </a:gridCol>
                <a:gridCol w="2506133">
                  <a:extLst>
                    <a:ext uri="{9D8B030D-6E8A-4147-A177-3AD203B41FA5}">
                      <a16:colId xmlns:a16="http://schemas.microsoft.com/office/drawing/2014/main" val="2536436733"/>
                    </a:ext>
                  </a:extLst>
                </a:gridCol>
              </a:tblGrid>
              <a:tr h="7201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AB7942"/>
                          </a:solidFill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AB7942"/>
                          </a:solidFill>
                        </a:rPr>
                        <a:t>Validation Criteria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AB7942"/>
                          </a:solidFill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Potential Consequence of Failure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7766951"/>
                  </a:ext>
                </a:extLst>
              </a:tr>
              <a:tr h="324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ID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Not Empty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Invalid reservation identification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0124681"/>
                  </a:ext>
                </a:extLst>
              </a:tr>
              <a:tr h="324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User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Not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Reservation cannot be associated with a user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1750078"/>
                  </a:ext>
                </a:extLst>
              </a:tr>
              <a:tr h="324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Offer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Not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Reservation cannot be associated with an offer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9196841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C0AD0DBB-94EE-550A-6BE5-B3AB83E76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31" y="5162363"/>
            <a:ext cx="7518400" cy="337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085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664B9B-7195-2C8B-EC8E-4F1E82DAD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5503C54-F190-1431-AB93-20BF1643D4CD}"/>
              </a:ext>
            </a:extLst>
          </p:cNvPr>
          <p:cNvSpPr txBox="1"/>
          <p:nvPr/>
        </p:nvSpPr>
        <p:spPr>
          <a:xfrm>
            <a:off x="2554941" y="1006964"/>
            <a:ext cx="2918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000" i="0" dirty="0">
                <a:solidFill>
                  <a:schemeClr val="accent6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Future Development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B603FE-8067-5FF3-D2EC-6E6C71161BE1}"/>
              </a:ext>
            </a:extLst>
          </p:cNvPr>
          <p:cNvSpPr txBox="1"/>
          <p:nvPr/>
        </p:nvSpPr>
        <p:spPr>
          <a:xfrm>
            <a:off x="524435" y="1659137"/>
            <a:ext cx="4061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000" i="0" dirty="0">
                <a:solidFill>
                  <a:srgbClr val="AB7942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Market Inspiration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E5BFFD-ABC3-7D64-D7A4-6608A39BA59E}"/>
              </a:ext>
            </a:extLst>
          </p:cNvPr>
          <p:cNvSpPr txBox="1"/>
          <p:nvPr/>
        </p:nvSpPr>
        <p:spPr>
          <a:xfrm>
            <a:off x="524435" y="3760644"/>
            <a:ext cx="4061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000" i="0" dirty="0">
                <a:solidFill>
                  <a:srgbClr val="AB7942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Proposed Features</a:t>
            </a:r>
            <a:endParaRPr lang="en-SA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36307C0C-688B-41D7-2BFA-6DC848805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470" y="2038016"/>
            <a:ext cx="7325146" cy="1524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A" altLang="en-S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applications in the Saudi market, such as </a:t>
            </a:r>
            <a:r>
              <a:rPr kumimoji="0" lang="en-SA" altLang="en-SA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KNZ</a:t>
            </a:r>
            <a:r>
              <a:rPr kumimoji="0" lang="en-SA" altLang="en-S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kumimoji="0" lang="en-SA" altLang="en-SA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Barakah</a:t>
            </a:r>
            <a:r>
              <a:rPr lang="ar-SA" altLang="en-SA" sz="1600" dirty="0">
                <a:latin typeface="Arial" panose="020B0604020202020204" pitchFamily="34" charset="0"/>
              </a:rPr>
              <a:t> </a:t>
            </a:r>
            <a:r>
              <a:rPr kumimoji="0" lang="en-SA" altLang="en-S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offer a similar concept by allowing users to benefit from surplus food at discounted prices. The idea of </a:t>
            </a:r>
            <a:r>
              <a:rPr kumimoji="0" lang="en-SA" altLang="en-SA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Good To Go</a:t>
            </a:r>
            <a:r>
              <a:rPr kumimoji="0" lang="en-SA" altLang="en-S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was inspired by these applications with the goal of developing a more comprehensive user experience.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AEE5D3AB-065B-1B0A-31BB-A8127F2A1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33" y="4227512"/>
            <a:ext cx="7985593" cy="1893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SA" altLang="en-SA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Recommendations</a:t>
            </a:r>
            <a:r>
              <a:rPr kumimoji="0" lang="en-SA" altLang="en-S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— Suggest offers based on user preferences.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SA" altLang="en-SA" sz="1600" b="1" dirty="0">
                <a:solidFill>
                  <a:srgbClr val="000000"/>
                </a:solidFill>
                <a:latin typeface="Arial" panose="020B0604020202020204" pitchFamily="34" charset="0"/>
              </a:rPr>
              <a:t>Smart</a:t>
            </a:r>
            <a:r>
              <a:rPr kumimoji="0" lang="en-SA" altLang="en-SA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Notifications &amp; Promotions</a:t>
            </a:r>
            <a:r>
              <a:rPr kumimoji="0" lang="en-SA" altLang="en-S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— Notify users about new offers and promotions.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SA" altLang="en-SA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Ratings &amp; Reviews</a:t>
            </a:r>
            <a:r>
              <a:rPr kumimoji="0" lang="en-SA" altLang="en-S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— Allow users to rate their experience.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SA" altLang="en-SA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Restaurant Reservations</a:t>
            </a:r>
            <a:r>
              <a:rPr kumimoji="0" lang="en-SA" altLang="en-S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— Enable users to reserve restaurants through the</a:t>
            </a:r>
            <a:r>
              <a:rPr kumimoji="0" lang="ar-SA" altLang="en-S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SA" altLang="en-S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system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SA" altLang="en-SA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Location-Based Offers</a:t>
            </a:r>
            <a:r>
              <a:rPr kumimoji="0" lang="en-SA" altLang="en-S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— Show offers available near the user.</a:t>
            </a:r>
            <a:endParaRPr kumimoji="0" lang="en-SA" altLang="en-S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3147CC-BC5E-7F63-F72B-A8A6A560E393}"/>
              </a:ext>
            </a:extLst>
          </p:cNvPr>
          <p:cNvSpPr txBox="1"/>
          <p:nvPr/>
        </p:nvSpPr>
        <p:spPr>
          <a:xfrm>
            <a:off x="3052481" y="6386230"/>
            <a:ext cx="4061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000" b="1" i="0" dirty="0">
                <a:solidFill>
                  <a:schemeClr val="accent6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Summary</a:t>
            </a: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AA4D3E7E-0857-6CAC-648A-59F33013A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53" y="6786340"/>
            <a:ext cx="791835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A" altLang="en-SA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Good To Go</a:t>
            </a:r>
            <a:r>
              <a:rPr kumimoji="0" lang="en-SA" altLang="en-S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is a simple system for managing </a:t>
            </a:r>
            <a:r>
              <a:rPr kumimoji="0" lang="en-SA" altLang="en-SA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users, businesses, offers, and reservations</a:t>
            </a:r>
            <a:r>
              <a:rPr kumimoji="0" lang="en-SA" altLang="en-S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. It ensures accurate data through </a:t>
            </a:r>
            <a:r>
              <a:rPr kumimoji="0" lang="en-SA" altLang="en-SA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validation</a:t>
            </a:r>
            <a:r>
              <a:rPr kumimoji="0" lang="en-SA" altLang="en-SA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and can be enhanced with more features in the future.</a:t>
            </a:r>
            <a:endParaRPr kumimoji="0" lang="en-SA" altLang="en-S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6E1018-29A2-2772-1BA9-D54F2DBE0E78}"/>
              </a:ext>
            </a:extLst>
          </p:cNvPr>
          <p:cNvSpPr txBox="1"/>
          <p:nvPr/>
        </p:nvSpPr>
        <p:spPr>
          <a:xfrm>
            <a:off x="3052481" y="8282826"/>
            <a:ext cx="16729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000" b="1" i="0" dirty="0">
                <a:solidFill>
                  <a:srgbClr val="AB7942"/>
                </a:solidFill>
                <a:effectLst/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61100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370</TotalTime>
  <Words>592</Words>
  <Application>Microsoft Macintosh PowerPoint</Application>
  <PresentationFormat>B4 (ISO) Paper (250x353 mm)</PresentationFormat>
  <Paragraphs>113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-webkit-standard</vt:lpstr>
      <vt:lpstr>ADLaM Display</vt:lpstr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Elham Hazmi</dc:creator>
  <cp:lastModifiedBy>Elham Hazmi</cp:lastModifiedBy>
  <cp:revision>2</cp:revision>
  <dcterms:created xsi:type="dcterms:W3CDTF">2026-09-09T13:40:36Z</dcterms:created>
  <dcterms:modified xsi:type="dcterms:W3CDTF">2026-09-09T19:50:47Z</dcterms:modified>
</cp:coreProperties>
</file>